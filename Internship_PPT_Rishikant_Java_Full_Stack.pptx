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544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607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12D48"/>
                </a:solidFill>
                <a:latin typeface="Aptos Display"/>
              </a:defRPr>
            </a:pPr>
            <a:r>
              <a:t>JAVA FULL STACK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446DC"/>
                </a:solidFill>
                <a:latin typeface="Aptos"/>
              </a:defRPr>
            </a:pPr>
            <a:r>
              <a:t>Basic E-Commerce Website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32323"/>
                </a:solidFill>
                <a:latin typeface="Aptos"/>
              </a:defRPr>
            </a:pPr>
            <a:r>
              <a:t>RISHIKANT</a:t>
            </a:r>
          </a:p>
          <a:p>
            <a:pPr algn="ctr">
              <a:defRPr sz="1400" b="0">
                <a:solidFill>
                  <a:srgbClr val="232323"/>
                </a:solidFill>
                <a:latin typeface="Aptos"/>
              </a:defRPr>
            </a:pPr>
            <a:r>
              <a:t>Admission No.: 25SCS1003000495</a:t>
            </a:r>
          </a:p>
          <a:p>
            <a:pPr algn="ctr">
              <a:defRPr sz="1400" b="0">
                <a:solidFill>
                  <a:srgbClr val="232323"/>
                </a:solidFill>
                <a:latin typeface="Aptos"/>
              </a:defRPr>
            </a:pPr>
            <a:r>
              <a:t>B.Tech CSE | Section: 2CSE31 | Session: 2025-29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F5F5F"/>
                </a:solidFill>
                <a:latin typeface="Aptos"/>
              </a:defRPr>
            </a:pPr>
            <a:r>
              <a:t>Data Alcott Systems | 16 August 2026 – 30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44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12D48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Organization: Data Alcott Systems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Domain: Java Full Stack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Mode: Remote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Duration: 16/08/2026 to 30/08/2026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Reporting Manager: Gokul Rajan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Internship focus: practical, industry-oriented Java Full Stack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44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12D48"/>
                </a:solidFill>
                <a:latin typeface="Aptos Display"/>
              </a:defRPr>
            </a:pPr>
            <a:r>
              <a:t>Project: Basic E-Commerce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Developed as a practical training project during the Java Full Stack internship.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Focused on understanding the basic workflow and structure of a web-based e-commerce application.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Applied full-stack development concepts through an application-oriented task.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The project is presented as a basic training/academic project, not as a complete commercial e-commerce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44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12D48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Gain practical experience in Java Full Stack development.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Apply concepts learned during training to a working web-based project.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Understand the basic structure and workflow of an e-commerce website.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Strengthen programming, debugging and problem-solving skills.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Understand how application components work together in a full-stack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44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12D48"/>
                </a:solidFill>
                <a:latin typeface="Aptos Display"/>
              </a:defRPr>
            </a:pPr>
            <a:r>
              <a:t>Scope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Basic e-commerce website developed for training and practical learning.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Demonstrates full-stack development concepts in an e-commerce context.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Future extensions could include stronger authentication, database-backed orders, payment integration, administration, cloud deployment and scalability.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Production-scale capabilities beyond the training implementation are not claimed in this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44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12D48"/>
                </a:solidFill>
                <a:latin typeface="Aptos Display"/>
              </a:defRPr>
            </a:pPr>
            <a:r>
              <a:t>Technologies &amp; Learning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Java — programming and application-development concepts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Java Full Stack — full-stack development practices covered during training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Web Development — web interface and application flow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E-Commerce Project — practical application of the learned concepts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Machine Learning — additional learning through the completed Simplilearn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44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12D48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Understand the basic requirements and workflow of an e-commerce website.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Study and apply relevant Java Full Stack concepts.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Plan the basic application structure and flow.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Implement the project as a practical training exercise.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Test, debug and improve the implementation.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Document the learning outcomes from the internship.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44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12D48"/>
                </a:solidFill>
                <a:latin typeface="Aptos Display"/>
              </a:defRPr>
            </a:pPr>
            <a:r>
              <a:t>Additional Technical Certification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Course: Getting Started with Machine Learning Algorithms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Provider: Simplilearn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Certificate awarded to: Rishikant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Date: 23 November 2025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Certificate Code: 9456900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Included as an additional technical-learning credential.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44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12D48"/>
                </a:solidFill>
                <a:latin typeface="Aptos Display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Improved understanding of full-stack application development.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Hands-on exposure to developing a web-based project.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Improved debugging and problem-solving ability.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Better understanding of project structure and development workflow.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Greater confidence in applying Java Full Stack concepts to practical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44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12D48"/>
                </a:solidFill>
                <a:latin typeface="Aptos Display"/>
              </a:defRPr>
            </a:pPr>
            <a:r>
              <a:t>Supporting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Data Alcott Systems — Internship Confirmation Letter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Certificate ID: DAS-CONF-719/2026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Internship Domain: Java Full Stack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Simplilearn — Getting Started with Machine Learning Algorithms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Certificate Code: 9456900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44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12D48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12D48"/>
                </a:solidFill>
                <a:latin typeface="Aptos Display"/>
              </a:defRPr>
            </a:pPr>
            <a:r>
              <a:t>RISHIKANT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5F5F5F"/>
                </a:solidFill>
                <a:latin typeface="Aptos"/>
              </a:defRPr>
            </a:pPr>
            <a:r>
              <a:t>B.Tech CSE | 25SCS1003000495 | 2CSE31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